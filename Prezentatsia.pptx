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9"/>
  </p:notesMasterIdLst>
  <p:sldIdLst>
    <p:sldId id="256" r:id="rId2"/>
    <p:sldId id="302" r:id="rId3"/>
    <p:sldId id="303" r:id="rId4"/>
    <p:sldId id="304" r:id="rId5"/>
    <p:sldId id="293" r:id="rId6"/>
    <p:sldId id="301" r:id="rId7"/>
    <p:sldId id="305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10B5BF9-EBF2-4BBB-BDA2-D681DEA543C5}">
          <p14:sldIdLst>
            <p14:sldId id="256"/>
            <p14:sldId id="302"/>
            <p14:sldId id="303"/>
            <p14:sldId id="304"/>
            <p14:sldId id="293"/>
            <p14:sldId id="301"/>
            <p14:sldId id="3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38B1855-1B75-4FBE-930C-398BA8C253C6}" styleName="Стиль из темы 2 - акцент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294ED-943E-4187-A4BB-42C7581AA738}" type="datetimeFigureOut">
              <a:rPr lang="ru-RU" smtClean="0"/>
              <a:pPr/>
              <a:t>25.11.2025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581D6-B1FC-4721-B522-E62E6BDB168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809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F4663-7042-4DBE-A1F6-40E246D77CAC}" type="datetime1">
              <a:rPr lang="ru-RU" smtClean="0"/>
              <a:pPr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47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1E2E2-1AE5-4ED8-B40C-CB56B38C021A}" type="datetime1">
              <a:rPr lang="ru-RU" smtClean="0"/>
              <a:pPr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342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36CDC-3342-45AC-BEA6-C5E0C2C4C58E}" type="datetime1">
              <a:rPr lang="ru-RU" smtClean="0"/>
              <a:pPr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300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EADDF-F900-494C-A802-A21A271C4494}" type="datetime1">
              <a:rPr lang="ru-RU" smtClean="0"/>
              <a:pPr/>
              <a:t>25.11.2025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234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DDA18-7764-4C53-8B8C-2A44C93AD61E}" type="datetime1">
              <a:rPr lang="ru-RU" smtClean="0"/>
              <a:pPr/>
              <a:t>25.11.2025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013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6B7AD-1FF0-4DF1-ABF1-E66A9C9B151C}" type="datetime1">
              <a:rPr lang="ru-RU" smtClean="0"/>
              <a:pPr/>
              <a:t>25.11.2025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908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03F45-FCA2-4E2B-9A08-602EFA59D582}" type="datetime1">
              <a:rPr lang="ru-RU" smtClean="0"/>
              <a:pPr/>
              <a:t>25.11.2025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08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CDD95-EC9A-49C9-AC33-A031B37CBDB9}" type="datetime1">
              <a:rPr lang="ru-RU" smtClean="0"/>
              <a:pPr/>
              <a:t>25.11.2025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895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D3DA0-7232-40E3-A490-CD536A1D5AE8}" type="datetime1">
              <a:rPr lang="ru-RU" smtClean="0"/>
              <a:pPr/>
              <a:t>25.11.2025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525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16FC-FB57-4944-83ED-75C3AAC4820C}" type="datetime1">
              <a:rPr lang="ru-RU" smtClean="0"/>
              <a:pPr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472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C582-F12B-4D26-B143-EF064F618542}" type="datetime1">
              <a:rPr lang="ru-RU" smtClean="0"/>
              <a:pPr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530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E5A41-2681-4638-8777-EB4FBCC17A52}" type="datetime1">
              <a:rPr lang="ru-RU" smtClean="0"/>
              <a:pPr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7BAAF-6389-4EE2-8161-22F93F4A3E8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25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450101" y="4275128"/>
            <a:ext cx="5424363" cy="1565862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400" dirty="0" smtClean="0"/>
              <a:t>Выполнил</a:t>
            </a:r>
            <a:r>
              <a:rPr lang="ru-RU" dirty="0"/>
              <a:t>:</a:t>
            </a:r>
            <a:r>
              <a:rPr lang="ru-RU" sz="2400" dirty="0" smtClean="0"/>
              <a:t> студент группы </a:t>
            </a:r>
            <a:r>
              <a:rPr lang="ru-RU" sz="2400" dirty="0" smtClean="0">
                <a:solidFill>
                  <a:srgbClr val="FF0000"/>
                </a:solidFill>
              </a:rPr>
              <a:t>401</a:t>
            </a:r>
            <a:r>
              <a:rPr lang="ru-RU" sz="2400" dirty="0" smtClean="0"/>
              <a:t>-Прг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dirty="0" smtClean="0">
                <a:solidFill>
                  <a:srgbClr val="FF0000"/>
                </a:solidFill>
              </a:rPr>
              <a:t>Килобайтов Фортран </a:t>
            </a:r>
            <a:r>
              <a:rPr lang="ru-RU" dirty="0" err="1" smtClean="0">
                <a:solidFill>
                  <a:srgbClr val="FF0000"/>
                </a:solidFill>
              </a:rPr>
              <a:t>Паскалевич</a:t>
            </a:r>
            <a:endParaRPr lang="ru-RU" sz="2400" dirty="0" smtClean="0">
              <a:solidFill>
                <a:srgbClr val="FF0000"/>
              </a:solidFill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400" dirty="0" smtClean="0"/>
              <a:t>Руководитель: </a:t>
            </a:r>
            <a:r>
              <a:rPr lang="ru-RU" dirty="0" err="1" smtClean="0">
                <a:solidFill>
                  <a:srgbClr val="FF0000"/>
                </a:solidFill>
              </a:rPr>
              <a:t>Указкина</a:t>
            </a:r>
            <a:r>
              <a:rPr lang="ru-RU" dirty="0" smtClean="0">
                <a:solidFill>
                  <a:srgbClr val="FF0000"/>
                </a:solidFill>
              </a:rPr>
              <a:t> Эльвира Эдуардовна</a:t>
            </a:r>
            <a:endParaRPr lang="ru-RU" sz="2000" b="1" dirty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9114" y="2897696"/>
            <a:ext cx="10853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Тема: Разработка информационной системы </a:t>
            </a:r>
            <a:r>
              <a:rPr lang="ru-RU" sz="3600" b="1" dirty="0" smtClean="0"/>
              <a:t> </a:t>
            </a:r>
            <a:r>
              <a:rPr lang="en-US" sz="3600" b="1" dirty="0" smtClean="0">
                <a:solidFill>
                  <a:srgbClr val="FF0000"/>
                </a:solidFill>
              </a:rPr>
              <a:t>YYYY</a:t>
            </a:r>
            <a:r>
              <a:rPr lang="en-US" sz="3600" b="1" dirty="0" smtClean="0"/>
              <a:t> </a:t>
            </a:r>
            <a:endParaRPr lang="ru-RU" sz="3600" b="1" dirty="0"/>
          </a:p>
          <a:p>
            <a:r>
              <a:rPr lang="ru-RU" sz="3600" b="1" dirty="0" smtClean="0"/>
              <a:t> </a:t>
            </a:r>
            <a:endParaRPr lang="ru-RU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324100" y="527086"/>
            <a:ext cx="91787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государственное бюджетное профессиональное образовательное учреждение</a:t>
            </a:r>
          </a:p>
          <a:p>
            <a:pPr algn="ctr"/>
            <a:r>
              <a:rPr lang="ru-RU" sz="2000" dirty="0"/>
              <a:t>«Волгоградский </a:t>
            </a:r>
            <a:r>
              <a:rPr lang="ru-RU" sz="2000" dirty="0" smtClean="0"/>
              <a:t>технический </a:t>
            </a:r>
            <a:r>
              <a:rPr lang="ru-RU" sz="2000" dirty="0"/>
              <a:t>колледж»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489" y="2334434"/>
            <a:ext cx="10853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/>
              <a:t>ОТЧЕТ ПО ПРАКТИКЕ ПП 02.01</a:t>
            </a:r>
            <a:endParaRPr lang="ru-R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3220278" y="6069496"/>
            <a:ext cx="4412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Волгоград</a:t>
            </a:r>
            <a:r>
              <a:rPr lang="ru-RU" sz="2000" dirty="0"/>
              <a:t> </a:t>
            </a:r>
            <a:r>
              <a:rPr lang="ru-RU" sz="2000" dirty="0" smtClean="0"/>
              <a:t> 2025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4956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предметной области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z="2400" smtClean="0"/>
              <a:pPr/>
              <a:t>2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82806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Сравнение аналогов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263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Функциональные требования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907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Диаграмма </a:t>
            </a:r>
            <a:r>
              <a:rPr lang="ru-RU" dirty="0" smtClean="0">
                <a:solidFill>
                  <a:srgbClr val="FF0000"/>
                </a:solidFill>
              </a:rPr>
              <a:t>ФФФ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z="2400" smtClean="0"/>
              <a:pPr/>
              <a:t>5</a:t>
            </a:fld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01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Эскизы экранных форм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BAAF-6389-4EE2-8161-22F93F4A3E8B}" type="slidenum">
              <a:rPr lang="ru-RU" sz="2400" smtClean="0"/>
              <a:pPr/>
              <a:t>6</a:t>
            </a:fld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8883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450101" y="4275128"/>
            <a:ext cx="5424363" cy="1565862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400" dirty="0" smtClean="0"/>
              <a:t>Выполнил</a:t>
            </a:r>
            <a:r>
              <a:rPr lang="ru-RU" dirty="0"/>
              <a:t>:</a:t>
            </a:r>
            <a:r>
              <a:rPr lang="ru-RU" sz="2400" dirty="0" smtClean="0"/>
              <a:t> студент группы </a:t>
            </a:r>
            <a:r>
              <a:rPr lang="ru-RU" sz="2400" dirty="0" smtClean="0">
                <a:solidFill>
                  <a:srgbClr val="FF0000"/>
                </a:solidFill>
              </a:rPr>
              <a:t>401</a:t>
            </a:r>
            <a:r>
              <a:rPr lang="ru-RU" sz="2400" dirty="0" smtClean="0"/>
              <a:t>-Прг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dirty="0" smtClean="0">
                <a:solidFill>
                  <a:srgbClr val="FF0000"/>
                </a:solidFill>
              </a:rPr>
              <a:t>Килобайтов Фортран </a:t>
            </a:r>
            <a:r>
              <a:rPr lang="ru-RU" dirty="0" err="1" smtClean="0">
                <a:solidFill>
                  <a:srgbClr val="FF0000"/>
                </a:solidFill>
              </a:rPr>
              <a:t>Паскалевич</a:t>
            </a:r>
            <a:endParaRPr lang="ru-RU" sz="2400" dirty="0" smtClean="0">
              <a:solidFill>
                <a:srgbClr val="FF0000"/>
              </a:solidFill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400" dirty="0" smtClean="0"/>
              <a:t>Руководитель: </a:t>
            </a:r>
            <a:r>
              <a:rPr lang="ru-RU" dirty="0" err="1" smtClean="0">
                <a:solidFill>
                  <a:srgbClr val="FF0000"/>
                </a:solidFill>
              </a:rPr>
              <a:t>Указкина</a:t>
            </a:r>
            <a:r>
              <a:rPr lang="ru-RU" dirty="0" smtClean="0">
                <a:solidFill>
                  <a:srgbClr val="FF0000"/>
                </a:solidFill>
              </a:rPr>
              <a:t> Эльвира Эдуардовна</a:t>
            </a:r>
            <a:endParaRPr lang="ru-RU" sz="2000" b="1" dirty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9114" y="2897696"/>
            <a:ext cx="10853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Тема: Разработка информационной системы </a:t>
            </a:r>
            <a:r>
              <a:rPr lang="ru-RU" sz="3600" b="1" dirty="0" smtClean="0"/>
              <a:t> </a:t>
            </a:r>
            <a:r>
              <a:rPr lang="en-US" sz="3600" b="1" dirty="0" smtClean="0">
                <a:solidFill>
                  <a:srgbClr val="FF0000"/>
                </a:solidFill>
              </a:rPr>
              <a:t>YYYY</a:t>
            </a:r>
            <a:r>
              <a:rPr lang="en-US" sz="3600" b="1" dirty="0" smtClean="0"/>
              <a:t> </a:t>
            </a:r>
            <a:endParaRPr lang="ru-RU" sz="3600" b="1" dirty="0"/>
          </a:p>
          <a:p>
            <a:r>
              <a:rPr lang="ru-RU" sz="3600" b="1" dirty="0" smtClean="0"/>
              <a:t> </a:t>
            </a:r>
            <a:endParaRPr lang="ru-RU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324100" y="527086"/>
            <a:ext cx="91787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государственное бюджетное профессиональное образовательное учреждение</a:t>
            </a:r>
          </a:p>
          <a:p>
            <a:pPr algn="ctr"/>
            <a:r>
              <a:rPr lang="ru-RU" sz="2000" dirty="0"/>
              <a:t>«Волгоградский </a:t>
            </a:r>
            <a:r>
              <a:rPr lang="ru-RU" sz="2000" dirty="0" smtClean="0"/>
              <a:t>технический </a:t>
            </a:r>
            <a:r>
              <a:rPr lang="ru-RU" sz="2000" dirty="0"/>
              <a:t>колледж»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489" y="2334434"/>
            <a:ext cx="10853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/>
              <a:t>ОТЧЕТ ПО ПРАКТИКЕ ПП 02.01</a:t>
            </a:r>
            <a:endParaRPr lang="ru-RU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3220278" y="6069496"/>
            <a:ext cx="4412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Волгоград</a:t>
            </a:r>
            <a:r>
              <a:rPr lang="ru-RU" sz="2000" dirty="0"/>
              <a:t> </a:t>
            </a:r>
            <a:r>
              <a:rPr lang="ru-RU" sz="2000" dirty="0" smtClean="0"/>
              <a:t> 2025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1415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620</TotalTime>
  <Words>91</Words>
  <Application>Microsoft Office PowerPoint</Application>
  <PresentationFormat>Широкоэкранный</PresentationFormat>
  <Paragraphs>28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Презентация PowerPoint</vt:lpstr>
      <vt:lpstr>Описание предметной области</vt:lpstr>
      <vt:lpstr>Сравнение аналогов</vt:lpstr>
      <vt:lpstr>Функциональные требования</vt:lpstr>
      <vt:lpstr>Диаграмма ФФФ</vt:lpstr>
      <vt:lpstr>Эскизы экранных форм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Дипломный проект Тема: Разработка информационной системы</dc:title>
  <dc:creator>User</dc:creator>
  <cp:lastModifiedBy>Admin</cp:lastModifiedBy>
  <cp:revision>49</cp:revision>
  <dcterms:created xsi:type="dcterms:W3CDTF">2019-05-20T19:02:16Z</dcterms:created>
  <dcterms:modified xsi:type="dcterms:W3CDTF">2025-11-25T10:26:08Z</dcterms:modified>
</cp:coreProperties>
</file>